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82" d="100"/>
          <a:sy n="82" d="100"/>
        </p:scale>
        <p:origin x="710" y="7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016683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1091379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11A0694-3B0C-4F24-B857-8A0A37E1FD2B}" type="datetimeFigureOut">
              <a:rPr lang="en-US"/>
              <a:t>10/4/2026</a:t>
            </a:fld>
            <a:endParaRPr lang="en-US"/>
          </a:p>
        </p:txBody>
      </p:sp>
      <p:sp>
        <p:nvSpPr>
          <p:cNvPr id="13124375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79881181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74040337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3461563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09129FD3-A518-4934-A423-EBB00EDD734C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4607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2862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95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04B94F-EEDA-5CA0-77F2-D0563FC37390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A55C54-F2CB-8578-CE38-55175C9C6C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A2491B-558C-1558-EA33-8A875D6C7D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025720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714738642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/>
          </a:p>
        </p:txBody>
      </p:sp>
      <p:sp>
        <p:nvSpPr>
          <p:cNvPr id="3912430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7880056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15904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0375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20737581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061387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5616153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4513166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38016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45984756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7767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560423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102476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5638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6507188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71432156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78055978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52039821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0689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0389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207636289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7296250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3464986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4213069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2705563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00253225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570606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7389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29340676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56179692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288840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15109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18903424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829774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387668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418065964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78271462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14977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04499402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3027340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499274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54878104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4517354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8276059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47337437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8503364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7936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86383997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49216466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3943675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21182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64102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15108023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4700063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27359448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17572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2817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93283818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207318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10/4/2026</a:t>
            </a:fld>
            <a:endParaRPr lang="en-US"/>
          </a:p>
        </p:txBody>
      </p:sp>
      <p:sp>
        <p:nvSpPr>
          <p:cNvPr id="164628369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3800070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750651" name="Oval 1"/>
          <p:cNvSpPr/>
          <p:nvPr/>
        </p:nvSpPr>
        <p:spPr bwMode="auto">
          <a:xfrm>
            <a:off x="8778240" y="-1737360"/>
            <a:ext cx="5120640" cy="5120640"/>
          </a:xfrm>
          <a:prstGeom prst="ellipse">
            <a:avLst/>
          </a:prstGeom>
          <a:solidFill>
            <a:srgbClr val="ED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9559293" name="Oval 2"/>
          <p:cNvSpPr/>
          <p:nvPr/>
        </p:nvSpPr>
        <p:spPr bwMode="auto">
          <a:xfrm>
            <a:off x="-1554480" y="4480560"/>
            <a:ext cx="4023360" cy="4023360"/>
          </a:xfrm>
          <a:prstGeom prst="ellipse">
            <a:avLst/>
          </a:prstGeom>
          <a:solidFill>
            <a:srgbClr val="F4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98626317" name="Oval 3"/>
          <p:cNvSpPr/>
          <p:nvPr/>
        </p:nvSpPr>
        <p:spPr bwMode="auto">
          <a:xfrm>
            <a:off x="1737360" y="-1188720"/>
            <a:ext cx="2377440" cy="2377440"/>
          </a:xfrm>
          <a:prstGeom prst="ellipse">
            <a:avLst/>
          </a:prstGeom>
          <a:solidFill>
            <a:srgbClr val="FC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7480277" name="Rounded Rectangle 4"/>
          <p:cNvSpPr/>
          <p:nvPr/>
        </p:nvSpPr>
        <p:spPr bwMode="auto">
          <a:xfrm>
            <a:off x="5259872" y="4369905"/>
            <a:ext cx="1669207" cy="32385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>
              <a:defRPr/>
            </a:pPr>
            <a:r>
              <a:rPr sz="900">
                <a:solidFill>
                  <a:srgbClr val="2563EB"/>
                </a:solidFill>
                <a:latin typeface="Calibri"/>
              </a:rPr>
              <a:t> </a:t>
            </a:r>
            <a:r>
              <a:rPr sz="1200">
                <a:solidFill>
                  <a:srgbClr val="6B7A93"/>
                </a:solidFill>
                <a:latin typeface="Calibri"/>
              </a:rPr>
              <a:t>CSE299.3   Group #1</a:t>
            </a:r>
            <a:endParaRPr sz="2200"/>
          </a:p>
        </p:txBody>
      </p:sp>
      <p:sp>
        <p:nvSpPr>
          <p:cNvPr id="30821050" name="Rounded Rectangle 6"/>
          <p:cNvSpPr/>
          <p:nvPr/>
        </p:nvSpPr>
        <p:spPr bwMode="auto">
          <a:xfrm>
            <a:off x="5662713" y="964003"/>
            <a:ext cx="867481" cy="31665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4864" tIns="0" rIns="54864" bIns="0" rtlCol="0" anchor="ctr"/>
          <a:lstStyle/>
          <a:p>
            <a:pPr algn="ctr">
              <a:defRPr/>
            </a:pPr>
            <a:r>
              <a:rPr sz="1400">
                <a:solidFill>
                  <a:srgbClr val="6B7A93"/>
                </a:solidFill>
                <a:latin typeface="Calibri"/>
              </a:rPr>
              <a:t>Update 1</a:t>
            </a:r>
            <a:endParaRPr sz="2400"/>
          </a:p>
        </p:txBody>
      </p:sp>
      <p:sp>
        <p:nvSpPr>
          <p:cNvPr id="1374166874" name="TextBox 7"/>
          <p:cNvSpPr txBox="1"/>
          <p:nvPr/>
        </p:nvSpPr>
        <p:spPr bwMode="auto">
          <a:xfrm>
            <a:off x="548640" y="2026247"/>
            <a:ext cx="1109167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sz="5800" b="1" i="0">
                <a:solidFill>
                  <a:srgbClr val="0F182B"/>
                </a:solidFill>
                <a:latin typeface="Calibri"/>
              </a:rPr>
              <a:t>Sim</a:t>
            </a:r>
            <a:r>
              <a:rPr sz="5800" b="1" i="0">
                <a:solidFill>
                  <a:srgbClr val="2563EB"/>
                </a:solidFill>
                <a:latin typeface="Calibri"/>
              </a:rPr>
              <a:t>QC</a:t>
            </a:r>
            <a:endParaRPr/>
          </a:p>
        </p:txBody>
      </p:sp>
      <p:sp>
        <p:nvSpPr>
          <p:cNvPr id="1201320485" name="TextBox 8"/>
          <p:cNvSpPr txBox="1"/>
          <p:nvPr/>
        </p:nvSpPr>
        <p:spPr bwMode="auto">
          <a:xfrm>
            <a:off x="1097280" y="337430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1650" b="0" i="0">
                <a:solidFill>
                  <a:srgbClr val="475569"/>
                </a:solidFill>
                <a:latin typeface="Calibri"/>
              </a:rPr>
              <a:t>A browser-based quantum circuit simulator with </a:t>
            </a:r>
            <a:r>
              <a:rPr sz="1650" b="1" i="0">
                <a:solidFill>
                  <a:srgbClr val="0F182B"/>
                </a:solidFill>
                <a:latin typeface="Calibri"/>
              </a:rPr>
              <a:t>stepwise inspection</a:t>
            </a:r>
            <a:r>
              <a:rPr sz="1650" b="0" i="0">
                <a:solidFill>
                  <a:srgbClr val="475569"/>
                </a:solidFill>
                <a:latin typeface="Calibri"/>
              </a:rPr>
              <a:t> and </a:t>
            </a:r>
            <a:r>
              <a:rPr sz="1650" b="1" i="0">
                <a:solidFill>
                  <a:srgbClr val="0F182B"/>
                </a:solidFill>
                <a:latin typeface="Calibri"/>
              </a:rPr>
              <a:t>AI-assisted explanation</a:t>
            </a:r>
            <a:endParaRPr/>
          </a:p>
        </p:txBody>
      </p:sp>
      <p:sp>
        <p:nvSpPr>
          <p:cNvPr id="627008623" name="Rounded Rectangle 9"/>
          <p:cNvSpPr/>
          <p:nvPr/>
        </p:nvSpPr>
        <p:spPr bwMode="auto">
          <a:xfrm>
            <a:off x="2614856" y="4968837"/>
            <a:ext cx="164801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4864" tIns="0" rIns="54864" bIns="0" rtlCol="0" anchor="ctr"/>
          <a:lstStyle/>
          <a:p>
            <a:pPr algn="ctr">
              <a:defRPr/>
            </a:pPr>
            <a:r>
              <a:rPr sz="700">
                <a:solidFill>
                  <a:srgbClr val="2563EB"/>
                </a:solidFill>
                <a:latin typeface="Calibri"/>
              </a:rPr>
              <a:t>●  </a:t>
            </a:r>
            <a:r>
              <a:rPr sz="1100">
                <a:solidFill>
                  <a:srgbClr val="6B7A93"/>
                </a:solidFill>
                <a:latin typeface="Calibri"/>
              </a:rPr>
              <a:t>Aoutul Nabi Purna</a:t>
            </a:r>
            <a:endParaRPr/>
          </a:p>
        </p:txBody>
      </p:sp>
      <p:sp>
        <p:nvSpPr>
          <p:cNvPr id="2118776" name="Rounded Rectangle 10"/>
          <p:cNvSpPr/>
          <p:nvPr/>
        </p:nvSpPr>
        <p:spPr bwMode="auto">
          <a:xfrm>
            <a:off x="4409170" y="4968837"/>
            <a:ext cx="130315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4864" tIns="0" rIns="54864" bIns="0" rtlCol="0" anchor="ctr"/>
          <a:lstStyle/>
          <a:p>
            <a:pPr algn="ctr">
              <a:defRPr/>
            </a:pPr>
            <a:r>
              <a:rPr sz="700">
                <a:solidFill>
                  <a:srgbClr val="7C3AED"/>
                </a:solidFill>
                <a:latin typeface="Calibri"/>
              </a:rPr>
              <a:t>●  </a:t>
            </a:r>
            <a:r>
              <a:rPr sz="1100">
                <a:solidFill>
                  <a:srgbClr val="6B7A93"/>
                </a:solidFill>
                <a:latin typeface="Calibri"/>
              </a:rPr>
              <a:t>Shishir Dhar</a:t>
            </a:r>
            <a:endParaRPr/>
          </a:p>
        </p:txBody>
      </p:sp>
      <p:sp>
        <p:nvSpPr>
          <p:cNvPr id="97603400" name="Rounded Rectangle 11"/>
          <p:cNvSpPr/>
          <p:nvPr/>
        </p:nvSpPr>
        <p:spPr bwMode="auto">
          <a:xfrm>
            <a:off x="5858625" y="4968837"/>
            <a:ext cx="137212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4864" tIns="0" rIns="54864" bIns="0" rtlCol="0" anchor="ctr"/>
          <a:lstStyle/>
          <a:p>
            <a:pPr algn="ctr">
              <a:defRPr/>
            </a:pPr>
            <a:r>
              <a:rPr sz="700">
                <a:solidFill>
                  <a:srgbClr val="DB2777"/>
                </a:solidFill>
                <a:latin typeface="Calibri"/>
              </a:rPr>
              <a:t>●  </a:t>
            </a:r>
            <a:r>
              <a:rPr sz="1100">
                <a:solidFill>
                  <a:srgbClr val="6B7A93"/>
                </a:solidFill>
                <a:latin typeface="Calibri"/>
              </a:rPr>
              <a:t>Shihab Sharar</a:t>
            </a:r>
            <a:endParaRPr/>
          </a:p>
        </p:txBody>
      </p:sp>
      <p:sp>
        <p:nvSpPr>
          <p:cNvPr id="644915344" name="Rounded Rectangle 12"/>
          <p:cNvSpPr/>
          <p:nvPr/>
        </p:nvSpPr>
        <p:spPr bwMode="auto">
          <a:xfrm>
            <a:off x="7377051" y="4968837"/>
            <a:ext cx="219978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4864" tIns="0" rIns="54864" bIns="0" rtlCol="0" anchor="ctr"/>
          <a:lstStyle/>
          <a:p>
            <a:pPr algn="ctr">
              <a:defRPr/>
            </a:pPr>
            <a:r>
              <a:rPr sz="700">
                <a:solidFill>
                  <a:srgbClr val="159E4A"/>
                </a:solidFill>
                <a:latin typeface="Calibri"/>
              </a:rPr>
              <a:t>●  </a:t>
            </a:r>
            <a:r>
              <a:rPr sz="1100">
                <a:solidFill>
                  <a:srgbClr val="6B7A93"/>
                </a:solidFill>
                <a:latin typeface="Calibri"/>
              </a:rPr>
              <a:t>Md. Iftikhar Alam Hrithik</a:t>
            </a:r>
            <a:endParaRPr/>
          </a:p>
        </p:txBody>
      </p:sp>
      <p:sp>
        <p:nvSpPr>
          <p:cNvPr id="623223732" name="TextBox 13"/>
          <p:cNvSpPr txBox="1"/>
          <p:nvPr/>
        </p:nvSpPr>
        <p:spPr bwMode="auto">
          <a:xfrm>
            <a:off x="731520" y="5563197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6B7A93"/>
                </a:solidFill>
                <a:latin typeface="Consolas"/>
              </a:rPr>
              <a:t>Department of Electrical and Computer Engineering · North South University, Dhaka</a:t>
            </a:r>
            <a:endParaRPr/>
          </a:p>
        </p:txBody>
      </p:sp>
      <p:sp>
        <p:nvSpPr>
          <p:cNvPr id="23085000" name="Rectangle 14"/>
          <p:cNvSpPr/>
          <p:nvPr/>
        </p:nvSpPr>
        <p:spPr bwMode="auto">
          <a:xfrm>
            <a:off x="502920" y="6428232"/>
            <a:ext cx="11183112" cy="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0604041" name="TextBox 15"/>
          <p:cNvSpPr txBox="1"/>
          <p:nvPr/>
        </p:nvSpPr>
        <p:spPr bwMode="auto">
          <a:xfrm>
            <a:off x="502920" y="6563669"/>
            <a:ext cx="9706319" cy="1451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0F182B"/>
                </a:solidFill>
                <a:latin typeface="Calibri"/>
              </a:rPr>
              <a:t>Group 1</a:t>
            </a:r>
            <a:r>
              <a:rPr sz="950" b="0" i="0">
                <a:solidFill>
                  <a:srgbClr val="6B7A93"/>
                </a:solidFill>
                <a:latin typeface="Calibri"/>
              </a:rPr>
              <a:t>  ·  CSE299.3:  Aoutul Nabi Purna · Shishir Dhar · Shihab Sharar · Md. Iftikhar Alam Hrithik</a:t>
            </a:r>
            <a:endParaRPr/>
          </a:p>
        </p:txBody>
      </p:sp>
      <p:sp>
        <p:nvSpPr>
          <p:cNvPr id="1963102310" name="TextBox 16"/>
          <p:cNvSpPr txBox="1"/>
          <p:nvPr/>
        </p:nvSpPr>
        <p:spPr bwMode="auto">
          <a:xfrm>
            <a:off x="10378440" y="6557549"/>
            <a:ext cx="1309031" cy="1451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6B7A93"/>
                </a:solidFill>
                <a:latin typeface="Consolas"/>
              </a:rPr>
              <a:t>01 / 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888963" name="Rectangle 1"/>
          <p:cNvSpPr/>
          <p:nvPr/>
        </p:nvSpPr>
        <p:spPr bwMode="auto">
          <a:xfrm>
            <a:off x="502920" y="365760"/>
            <a:ext cx="274320" cy="502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9201327" name="TextBox 2"/>
          <p:cNvSpPr txBox="1"/>
          <p:nvPr/>
        </p:nvSpPr>
        <p:spPr bwMode="auto">
          <a:xfrm>
            <a:off x="868680" y="274320"/>
            <a:ext cx="10789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1050" b="1" i="0" spc="160">
                <a:solidFill>
                  <a:srgbClr val="2563EB"/>
                </a:solidFill>
                <a:latin typeface="Consolas"/>
              </a:rPr>
              <a:t>Team Introduction</a:t>
            </a:r>
            <a:endParaRPr/>
          </a:p>
        </p:txBody>
      </p:sp>
      <p:sp>
        <p:nvSpPr>
          <p:cNvPr id="1964999243" name="TextBox 3"/>
          <p:cNvSpPr txBox="1"/>
          <p:nvPr/>
        </p:nvSpPr>
        <p:spPr bwMode="auto">
          <a:xfrm>
            <a:off x="502920" y="566928"/>
            <a:ext cx="11161799" cy="396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2600" b="1" i="0">
                <a:solidFill>
                  <a:srgbClr val="0F182B"/>
                </a:solidFill>
                <a:latin typeface="Calibri"/>
              </a:rPr>
              <a:t>Group 1 Members</a:t>
            </a:r>
            <a:endParaRPr/>
          </a:p>
        </p:txBody>
      </p:sp>
      <p:sp>
        <p:nvSpPr>
          <p:cNvPr id="91749546" name="Rounded Rectangle 5"/>
          <p:cNvSpPr/>
          <p:nvPr/>
        </p:nvSpPr>
        <p:spPr bwMode="auto">
          <a:xfrm>
            <a:off x="502920" y="1693582"/>
            <a:ext cx="5513832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7128317" name="Oval 6"/>
          <p:cNvSpPr/>
          <p:nvPr/>
        </p:nvSpPr>
        <p:spPr bwMode="auto">
          <a:xfrm>
            <a:off x="731520" y="2036482"/>
            <a:ext cx="685800" cy="685800"/>
          </a:xfrm>
          <a:prstGeom prst="ellipse">
            <a:avLst/>
          </a:prstGeom>
          <a:solidFill>
            <a:srgbClr val="DCE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700" b="1">
                <a:solidFill>
                  <a:srgbClr val="2563EB"/>
                </a:solidFill>
                <a:latin typeface="Calibri"/>
              </a:rPr>
              <a:t>AP</a:t>
            </a:r>
            <a:endParaRPr/>
          </a:p>
        </p:txBody>
      </p:sp>
      <p:sp>
        <p:nvSpPr>
          <p:cNvPr id="676503908" name="TextBox 7"/>
          <p:cNvSpPr txBox="1"/>
          <p:nvPr/>
        </p:nvSpPr>
        <p:spPr bwMode="auto">
          <a:xfrm>
            <a:off x="1645920" y="1977046"/>
            <a:ext cx="414223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/>
            </a:pPr>
            <a:r>
              <a:rPr sz="1550" b="1" i="0">
                <a:solidFill>
                  <a:srgbClr val="0F182B"/>
                </a:solidFill>
                <a:latin typeface="Calibri"/>
              </a:rPr>
              <a:t>Aoutul Nabi Purna</a:t>
            </a:r>
            <a:endParaRPr/>
          </a:p>
          <a:p>
            <a:pPr algn="l">
              <a:spcBef>
                <a:spcPts val="0"/>
              </a:spcBef>
              <a:spcAft>
                <a:spcPts val="300"/>
              </a:spcAft>
              <a:defRPr/>
            </a:pPr>
            <a:r>
              <a:rPr sz="1000" b="0" i="0">
                <a:solidFill>
                  <a:srgbClr val="6B7A93"/>
                </a:solidFill>
                <a:latin typeface="Consolas"/>
              </a:rPr>
              <a:t>aoutul.purna.241@northsouth.edu</a:t>
            </a: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6B7A93"/>
                </a:solidFill>
                <a:latin typeface="Calibri"/>
              </a:rPr>
              <a:t>Dept. of ECE · North South University</a:t>
            </a:r>
            <a:endParaRPr/>
          </a:p>
        </p:txBody>
      </p:sp>
      <p:sp>
        <p:nvSpPr>
          <p:cNvPr id="1332825842" name="Rounded Rectangle 8"/>
          <p:cNvSpPr/>
          <p:nvPr/>
        </p:nvSpPr>
        <p:spPr bwMode="auto">
          <a:xfrm>
            <a:off x="6172200" y="1693582"/>
            <a:ext cx="5513832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60499273" name="Oval 9"/>
          <p:cNvSpPr/>
          <p:nvPr/>
        </p:nvSpPr>
        <p:spPr bwMode="auto">
          <a:xfrm>
            <a:off x="6400800" y="2036482"/>
            <a:ext cx="685800" cy="685800"/>
          </a:xfrm>
          <a:prstGeom prst="ellipse">
            <a:avLst/>
          </a:prstGeom>
          <a:solidFill>
            <a:srgbClr val="EAD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700" b="1">
                <a:solidFill>
                  <a:srgbClr val="7C3AED"/>
                </a:solidFill>
                <a:latin typeface="Calibri"/>
              </a:rPr>
              <a:t>SD</a:t>
            </a:r>
            <a:endParaRPr/>
          </a:p>
        </p:txBody>
      </p:sp>
      <p:sp>
        <p:nvSpPr>
          <p:cNvPr id="178702882" name="TextBox 10"/>
          <p:cNvSpPr txBox="1"/>
          <p:nvPr/>
        </p:nvSpPr>
        <p:spPr bwMode="auto">
          <a:xfrm>
            <a:off x="7315200" y="1977046"/>
            <a:ext cx="414223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/>
            </a:pPr>
            <a:r>
              <a:rPr sz="1550" b="1" i="0">
                <a:solidFill>
                  <a:srgbClr val="0F182B"/>
                </a:solidFill>
                <a:latin typeface="Calibri"/>
              </a:rPr>
              <a:t>Shishir Dhar</a:t>
            </a:r>
            <a:endParaRPr/>
          </a:p>
          <a:p>
            <a:pPr algn="l">
              <a:spcBef>
                <a:spcPts val="0"/>
              </a:spcBef>
              <a:spcAft>
                <a:spcPts val="300"/>
              </a:spcAft>
              <a:defRPr/>
            </a:pPr>
            <a:r>
              <a:rPr sz="1000" b="0" i="0">
                <a:solidFill>
                  <a:srgbClr val="6B7A93"/>
                </a:solidFill>
                <a:latin typeface="Consolas"/>
              </a:rPr>
              <a:t>shishir.dhar.241@northsouth.edu</a:t>
            </a: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6B7A93"/>
                </a:solidFill>
                <a:latin typeface="Calibri"/>
              </a:rPr>
              <a:t>Dept. of ECE · North South University</a:t>
            </a:r>
            <a:endParaRPr/>
          </a:p>
        </p:txBody>
      </p:sp>
      <p:sp>
        <p:nvSpPr>
          <p:cNvPr id="627090279" name="Rounded Rectangle 11"/>
          <p:cNvSpPr/>
          <p:nvPr/>
        </p:nvSpPr>
        <p:spPr bwMode="auto">
          <a:xfrm>
            <a:off x="502920" y="3808356"/>
            <a:ext cx="5513832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2381859" name="Oval 12"/>
          <p:cNvSpPr/>
          <p:nvPr/>
        </p:nvSpPr>
        <p:spPr bwMode="auto">
          <a:xfrm>
            <a:off x="731520" y="4151256"/>
            <a:ext cx="685800" cy="685800"/>
          </a:xfrm>
          <a:prstGeom prst="ellipse">
            <a:avLst/>
          </a:prstGeom>
          <a:solidFill>
            <a:srgbClr val="F9D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700" b="1">
                <a:solidFill>
                  <a:srgbClr val="DB2777"/>
                </a:solidFill>
                <a:latin typeface="Calibri"/>
              </a:rPr>
              <a:t>SS</a:t>
            </a:r>
            <a:endParaRPr/>
          </a:p>
        </p:txBody>
      </p:sp>
      <p:sp>
        <p:nvSpPr>
          <p:cNvPr id="1036577314" name="TextBox 13"/>
          <p:cNvSpPr txBox="1"/>
          <p:nvPr/>
        </p:nvSpPr>
        <p:spPr bwMode="auto">
          <a:xfrm>
            <a:off x="1645920" y="4091820"/>
            <a:ext cx="414223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/>
            </a:pPr>
            <a:r>
              <a:rPr sz="1550" b="1" i="0">
                <a:solidFill>
                  <a:srgbClr val="0F182B"/>
                </a:solidFill>
                <a:latin typeface="Calibri"/>
              </a:rPr>
              <a:t>Shihab Sharar</a:t>
            </a:r>
            <a:endParaRPr/>
          </a:p>
          <a:p>
            <a:pPr algn="l">
              <a:spcBef>
                <a:spcPts val="0"/>
              </a:spcBef>
              <a:spcAft>
                <a:spcPts val="300"/>
              </a:spcAft>
              <a:defRPr/>
            </a:pPr>
            <a:r>
              <a:rPr sz="1000" b="0" i="0">
                <a:solidFill>
                  <a:srgbClr val="6B7A93"/>
                </a:solidFill>
                <a:latin typeface="Consolas"/>
              </a:rPr>
              <a:t>shihab.sharar.241@northsouth.edu</a:t>
            </a: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6B7A93"/>
                </a:solidFill>
                <a:latin typeface="Calibri"/>
              </a:rPr>
              <a:t>Dept. of ECE · North South University</a:t>
            </a:r>
            <a:endParaRPr/>
          </a:p>
        </p:txBody>
      </p:sp>
      <p:sp>
        <p:nvSpPr>
          <p:cNvPr id="956903238" name="Rounded Rectangle 14"/>
          <p:cNvSpPr/>
          <p:nvPr/>
        </p:nvSpPr>
        <p:spPr bwMode="auto">
          <a:xfrm>
            <a:off x="6172200" y="3808356"/>
            <a:ext cx="5513832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59214510" name="Oval 15"/>
          <p:cNvSpPr/>
          <p:nvPr/>
        </p:nvSpPr>
        <p:spPr bwMode="auto">
          <a:xfrm>
            <a:off x="6400800" y="4151256"/>
            <a:ext cx="685800" cy="685800"/>
          </a:xfrm>
          <a:prstGeom prst="ellipse">
            <a:avLst/>
          </a:prstGeom>
          <a:solidFill>
            <a:srgbClr val="D9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/>
            </a:pPr>
            <a:r>
              <a:rPr sz="1700" b="1">
                <a:solidFill>
                  <a:srgbClr val="159E4A"/>
                </a:solidFill>
                <a:latin typeface="Calibri"/>
              </a:rPr>
              <a:t>MH</a:t>
            </a:r>
            <a:endParaRPr/>
          </a:p>
        </p:txBody>
      </p:sp>
      <p:sp>
        <p:nvSpPr>
          <p:cNvPr id="490052" name="TextBox 16"/>
          <p:cNvSpPr txBox="1"/>
          <p:nvPr/>
        </p:nvSpPr>
        <p:spPr bwMode="auto">
          <a:xfrm>
            <a:off x="7315200" y="4091820"/>
            <a:ext cx="414223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/>
            </a:pPr>
            <a:r>
              <a:rPr sz="1550" b="1" i="0">
                <a:solidFill>
                  <a:srgbClr val="0F182B"/>
                </a:solidFill>
                <a:latin typeface="Calibri"/>
              </a:rPr>
              <a:t>Md. Iftikhar Alam Hrithik</a:t>
            </a:r>
            <a:endParaRPr/>
          </a:p>
          <a:p>
            <a:pPr algn="l">
              <a:spcBef>
                <a:spcPts val="0"/>
              </a:spcBef>
              <a:spcAft>
                <a:spcPts val="300"/>
              </a:spcAft>
              <a:defRPr/>
            </a:pPr>
            <a:r>
              <a:rPr sz="1000" b="0" i="0">
                <a:solidFill>
                  <a:srgbClr val="6B7A93"/>
                </a:solidFill>
                <a:latin typeface="Consolas"/>
              </a:rPr>
              <a:t>iftikhar.hrithik.241@northsouth.edu</a:t>
            </a:r>
            <a:endParaRPr/>
          </a:p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6B7A93"/>
                </a:solidFill>
                <a:latin typeface="Calibri"/>
              </a:rPr>
              <a:t>Dept. of ECE · North South University</a:t>
            </a:r>
            <a:endParaRPr/>
          </a:p>
        </p:txBody>
      </p:sp>
      <p:sp>
        <p:nvSpPr>
          <p:cNvPr id="664137494" name="Rectangle 18"/>
          <p:cNvSpPr/>
          <p:nvPr/>
        </p:nvSpPr>
        <p:spPr bwMode="auto">
          <a:xfrm>
            <a:off x="502920" y="6428232"/>
            <a:ext cx="11183112" cy="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4424635" name="TextBox 19"/>
          <p:cNvSpPr txBox="1"/>
          <p:nvPr/>
        </p:nvSpPr>
        <p:spPr bwMode="auto">
          <a:xfrm>
            <a:off x="502920" y="649224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0F182B"/>
                </a:solidFill>
                <a:latin typeface="Calibri"/>
              </a:rPr>
              <a:t>Group 1</a:t>
            </a:r>
            <a:r>
              <a:rPr sz="950" b="0" i="0">
                <a:solidFill>
                  <a:srgbClr val="6B7A93"/>
                </a:solidFill>
                <a:latin typeface="Calibri"/>
              </a:rPr>
              <a:t>  ·  CSE299.3 — Aoutul Nabi Purna · Shishir Dhar · Shihab Sharar · Md. Iftikhar Alam Hrithik</a:t>
            </a:r>
            <a:endParaRPr/>
          </a:p>
        </p:txBody>
      </p:sp>
      <p:sp>
        <p:nvSpPr>
          <p:cNvPr id="1334512055" name="TextBox 20"/>
          <p:cNvSpPr txBox="1"/>
          <p:nvPr/>
        </p:nvSpPr>
        <p:spPr bwMode="auto">
          <a:xfrm>
            <a:off x="10378440" y="6557549"/>
            <a:ext cx="1309031" cy="1451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6B7A93"/>
                </a:solidFill>
                <a:latin typeface="Consolas"/>
              </a:rPr>
              <a:t>02 / 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034480" name="Oval 1"/>
          <p:cNvSpPr/>
          <p:nvPr/>
        </p:nvSpPr>
        <p:spPr bwMode="auto">
          <a:xfrm>
            <a:off x="9052560" y="-1554480"/>
            <a:ext cx="4754880" cy="4754880"/>
          </a:xfrm>
          <a:prstGeom prst="ellipse">
            <a:avLst/>
          </a:prstGeom>
          <a:solidFill>
            <a:srgbClr val="F4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1618134" name="Oval 2"/>
          <p:cNvSpPr/>
          <p:nvPr/>
        </p:nvSpPr>
        <p:spPr bwMode="auto">
          <a:xfrm>
            <a:off x="-1463040" y="4572000"/>
            <a:ext cx="3840480" cy="3840480"/>
          </a:xfrm>
          <a:prstGeom prst="ellipse">
            <a:avLst/>
          </a:prstGeom>
          <a:solidFill>
            <a:srgbClr val="ED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59612510" name="TextBox 3"/>
          <p:cNvSpPr txBox="1"/>
          <p:nvPr/>
        </p:nvSpPr>
        <p:spPr bwMode="auto">
          <a:xfrm>
            <a:off x="548640" y="1417320"/>
            <a:ext cx="1109167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sz="5200" b="1" i="0">
                <a:solidFill>
                  <a:srgbClr val="0F182B"/>
                </a:solidFill>
                <a:latin typeface="Calibri"/>
              </a:rPr>
              <a:t>Thank you!</a:t>
            </a:r>
            <a:endParaRPr/>
          </a:p>
        </p:txBody>
      </p:sp>
      <p:sp>
        <p:nvSpPr>
          <p:cNvPr id="510256411" name="Rounded Rectangle 5"/>
          <p:cNvSpPr/>
          <p:nvPr/>
        </p:nvSpPr>
        <p:spPr bwMode="auto">
          <a:xfrm>
            <a:off x="2614857" y="3246120"/>
            <a:ext cx="164801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4864" tIns="0" rIns="54864" bIns="0" rtlCol="0" anchor="ctr"/>
          <a:lstStyle/>
          <a:p>
            <a:pPr algn="ctr">
              <a:defRPr/>
            </a:pPr>
            <a:r>
              <a:rPr sz="700">
                <a:solidFill>
                  <a:srgbClr val="2563EB"/>
                </a:solidFill>
                <a:latin typeface="Calibri"/>
              </a:rPr>
              <a:t>●  </a:t>
            </a:r>
            <a:r>
              <a:rPr sz="1100">
                <a:solidFill>
                  <a:srgbClr val="6B7A93"/>
                </a:solidFill>
                <a:latin typeface="Calibri"/>
              </a:rPr>
              <a:t>Aoutul Nabi Purna</a:t>
            </a:r>
            <a:endParaRPr/>
          </a:p>
        </p:txBody>
      </p:sp>
      <p:sp>
        <p:nvSpPr>
          <p:cNvPr id="605929872" name="Rounded Rectangle 6"/>
          <p:cNvSpPr/>
          <p:nvPr/>
        </p:nvSpPr>
        <p:spPr bwMode="auto">
          <a:xfrm>
            <a:off x="4409171" y="3246120"/>
            <a:ext cx="130315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4864" tIns="0" rIns="54864" bIns="0" rtlCol="0" anchor="ctr"/>
          <a:lstStyle/>
          <a:p>
            <a:pPr algn="ctr">
              <a:defRPr/>
            </a:pPr>
            <a:r>
              <a:rPr sz="700">
                <a:solidFill>
                  <a:srgbClr val="7C3AED"/>
                </a:solidFill>
                <a:latin typeface="Calibri"/>
              </a:rPr>
              <a:t>●  </a:t>
            </a:r>
            <a:r>
              <a:rPr sz="1100">
                <a:solidFill>
                  <a:srgbClr val="6B7A93"/>
                </a:solidFill>
                <a:latin typeface="Calibri"/>
              </a:rPr>
              <a:t>Shishir Dhar</a:t>
            </a:r>
            <a:endParaRPr/>
          </a:p>
        </p:txBody>
      </p:sp>
      <p:sp>
        <p:nvSpPr>
          <p:cNvPr id="1108374415" name="Rounded Rectangle 7"/>
          <p:cNvSpPr/>
          <p:nvPr/>
        </p:nvSpPr>
        <p:spPr bwMode="auto">
          <a:xfrm>
            <a:off x="5858626" y="3246120"/>
            <a:ext cx="137212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4864" tIns="0" rIns="54864" bIns="0" rtlCol="0" anchor="ctr"/>
          <a:lstStyle/>
          <a:p>
            <a:pPr algn="ctr">
              <a:defRPr/>
            </a:pPr>
            <a:r>
              <a:rPr sz="700">
                <a:solidFill>
                  <a:srgbClr val="DB2777"/>
                </a:solidFill>
                <a:latin typeface="Calibri"/>
              </a:rPr>
              <a:t>●  </a:t>
            </a:r>
            <a:r>
              <a:rPr sz="1100">
                <a:solidFill>
                  <a:srgbClr val="6B7A93"/>
                </a:solidFill>
                <a:latin typeface="Calibri"/>
              </a:rPr>
              <a:t>Shihab Sharar</a:t>
            </a:r>
            <a:endParaRPr/>
          </a:p>
        </p:txBody>
      </p:sp>
      <p:sp>
        <p:nvSpPr>
          <p:cNvPr id="1784659782" name="Rounded Rectangle 8"/>
          <p:cNvSpPr/>
          <p:nvPr/>
        </p:nvSpPr>
        <p:spPr bwMode="auto">
          <a:xfrm>
            <a:off x="7377052" y="3246120"/>
            <a:ext cx="219978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4864" tIns="0" rIns="54864" bIns="0" rtlCol="0" anchor="ctr"/>
          <a:lstStyle/>
          <a:p>
            <a:pPr algn="ctr">
              <a:defRPr/>
            </a:pPr>
            <a:r>
              <a:rPr sz="700">
                <a:solidFill>
                  <a:srgbClr val="159E4A"/>
                </a:solidFill>
                <a:latin typeface="Calibri"/>
              </a:rPr>
              <a:t>●  </a:t>
            </a:r>
            <a:r>
              <a:rPr sz="1100">
                <a:solidFill>
                  <a:srgbClr val="6B7A93"/>
                </a:solidFill>
                <a:latin typeface="Calibri"/>
              </a:rPr>
              <a:t>Md. Iftikhar Alam Hrithik</a:t>
            </a:r>
            <a:endParaRPr/>
          </a:p>
        </p:txBody>
      </p:sp>
      <p:sp>
        <p:nvSpPr>
          <p:cNvPr id="1250884878" name="TextBox 9"/>
          <p:cNvSpPr txBox="1"/>
          <p:nvPr/>
        </p:nvSpPr>
        <p:spPr bwMode="auto">
          <a:xfrm>
            <a:off x="731520" y="379476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6B7A93"/>
                </a:solidFill>
                <a:latin typeface="Consolas"/>
              </a:rPr>
              <a:t>{aoutul.purna.241, shishir.dhar.241, shihab.sharar.241, iftikhar.hrithik.241}@northsouth.edu</a:t>
            </a:r>
            <a:endParaRPr/>
          </a:p>
        </p:txBody>
      </p:sp>
      <p:sp>
        <p:nvSpPr>
          <p:cNvPr id="395805514" name="TextBox 15"/>
          <p:cNvSpPr txBox="1"/>
          <p:nvPr/>
        </p:nvSpPr>
        <p:spPr bwMode="auto">
          <a:xfrm>
            <a:off x="731520" y="4983480"/>
            <a:ext cx="10727711" cy="1603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/>
            </a:pPr>
            <a:r>
              <a:rPr sz="1050" b="0" i="0">
                <a:solidFill>
                  <a:srgbClr val="6B7A93"/>
                </a:solidFill>
                <a:latin typeface="Calibri"/>
              </a:rPr>
              <a:t>SimQC: Group 1 · CSE299.3 · North South University</a:t>
            </a:r>
            <a:endParaRPr/>
          </a:p>
        </p:txBody>
      </p:sp>
      <p:sp>
        <p:nvSpPr>
          <p:cNvPr id="900006693" name="Rectangle 16"/>
          <p:cNvSpPr/>
          <p:nvPr/>
        </p:nvSpPr>
        <p:spPr bwMode="auto">
          <a:xfrm>
            <a:off x="502920" y="6428232"/>
            <a:ext cx="11183112" cy="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018589" name="TextBox 17"/>
          <p:cNvSpPr txBox="1"/>
          <p:nvPr/>
        </p:nvSpPr>
        <p:spPr bwMode="auto">
          <a:xfrm>
            <a:off x="502920" y="649224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/>
            </a:pPr>
            <a:r>
              <a:rPr sz="950" b="1" i="0">
                <a:solidFill>
                  <a:srgbClr val="0F182B"/>
                </a:solidFill>
                <a:latin typeface="Calibri"/>
              </a:rPr>
              <a:t>Group 1</a:t>
            </a:r>
            <a:r>
              <a:rPr sz="950" b="0" i="0">
                <a:solidFill>
                  <a:srgbClr val="6B7A93"/>
                </a:solidFill>
                <a:latin typeface="Calibri"/>
              </a:rPr>
              <a:t>  ·  CSE299.3 — Aoutul Nabi Purna · Shishir Dhar · Shihab Sharar · Md. Iftikhar Alam Hrithik</a:t>
            </a:r>
            <a:endParaRPr/>
          </a:p>
        </p:txBody>
      </p:sp>
      <p:sp>
        <p:nvSpPr>
          <p:cNvPr id="2090574995" name="TextBox 18"/>
          <p:cNvSpPr txBox="1"/>
          <p:nvPr/>
        </p:nvSpPr>
        <p:spPr bwMode="auto">
          <a:xfrm>
            <a:off x="10378440" y="6558269"/>
            <a:ext cx="1310471" cy="1451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/>
            </a:pPr>
            <a:r>
              <a:rPr sz="950" b="0" i="0">
                <a:solidFill>
                  <a:srgbClr val="6B7A93"/>
                </a:solidFill>
                <a:latin typeface="Consolas"/>
              </a:rPr>
              <a:t>03 / 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SimQC — Group 1 Presentation</dc:title>
  <dc:subject/>
  <dc:creator>Aoutul Nabi Purna;Shishir Dhar;Shihab Sharar;Md. Iftikhar Alam Hrithik</dc:creator>
  <cp:keywords/>
  <dc:description>generated using python-pptx</dc:description>
  <cp:lastModifiedBy/>
  <cp:revision>3</cp:revision>
  <dcterms:created xsi:type="dcterms:W3CDTF">2013-01-27T09:14:16Z</dcterms:created>
  <dcterms:modified xsi:type="dcterms:W3CDTF">2026-10-11T19:15:39Z</dcterms:modified>
  <cp:category/>
</cp:coreProperties>
</file>